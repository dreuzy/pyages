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2" r:id="rId6"/>
    <p:sldId id="27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D1E268-6937-48EC-BDEC-E87996F82D6F}" v="116" dt="2026-03-24T12:38:06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Tiphaine Lucile Leray" userId="006a2fdf-5ef7-422c-9b3e-853aeefc815b" providerId="ADAL" clId="{D28DFFD3-4B68-4051-BDE9-C39BC1BD2406}"/>
    <pc:docChg chg="undo custSel addSld delSld modSld sldOrd">
      <pc:chgData name="Sarah Tiphaine Lucile Leray" userId="006a2fdf-5ef7-422c-9b3e-853aeefc815b" providerId="ADAL" clId="{D28DFFD3-4B68-4051-BDE9-C39BC1BD2406}" dt="2026-03-24T12:50:28.649" v="2245" actId="1076"/>
      <pc:docMkLst>
        <pc:docMk/>
      </pc:docMkLst>
      <pc:sldChg chg="modSp mod">
        <pc:chgData name="Sarah Tiphaine Lucile Leray" userId="006a2fdf-5ef7-422c-9b3e-853aeefc815b" providerId="ADAL" clId="{D28DFFD3-4B68-4051-BDE9-C39BC1BD2406}" dt="2026-03-23T15:37:18.850" v="1715" actId="20577"/>
        <pc:sldMkLst>
          <pc:docMk/>
          <pc:sldMk cId="1308227227" sldId="256"/>
        </pc:sldMkLst>
        <pc:spChg chg="mod">
          <ac:chgData name="Sarah Tiphaine Lucile Leray" userId="006a2fdf-5ef7-422c-9b3e-853aeefc815b" providerId="ADAL" clId="{D28DFFD3-4B68-4051-BDE9-C39BC1BD2406}" dt="2026-03-23T15:37:18.850" v="1715" actId="20577"/>
          <ac:spMkLst>
            <pc:docMk/>
            <pc:sldMk cId="1308227227" sldId="256"/>
            <ac:spMk id="2" creationId="{79961E9A-DB1E-6E8D-8FE8-D778174B1A67}"/>
          </ac:spMkLst>
        </pc:spChg>
      </pc:sldChg>
      <pc:sldChg chg="addSp delSp modSp mod ord">
        <pc:chgData name="Sarah Tiphaine Lucile Leray" userId="006a2fdf-5ef7-422c-9b3e-853aeefc815b" providerId="ADAL" clId="{D28DFFD3-4B68-4051-BDE9-C39BC1BD2406}" dt="2026-03-24T12:37:16.647" v="2122" actId="21"/>
        <pc:sldMkLst>
          <pc:docMk/>
          <pc:sldMk cId="3820537195" sldId="257"/>
        </pc:sldMkLst>
        <pc:spChg chg="mod">
          <ac:chgData name="Sarah Tiphaine Lucile Leray" userId="006a2fdf-5ef7-422c-9b3e-853aeefc815b" providerId="ADAL" clId="{D28DFFD3-4B68-4051-BDE9-C39BC1BD2406}" dt="2026-03-22T16:04:24.101" v="399" actId="20577"/>
          <ac:spMkLst>
            <pc:docMk/>
            <pc:sldMk cId="3820537195" sldId="257"/>
            <ac:spMk id="2" creationId="{74E45C36-8144-D6A6-B0EA-BBB615202EC1}"/>
          </ac:spMkLst>
        </pc:spChg>
        <pc:spChg chg="mod">
          <ac:chgData name="Sarah Tiphaine Lucile Leray" userId="006a2fdf-5ef7-422c-9b3e-853aeefc815b" providerId="ADAL" clId="{D28DFFD3-4B68-4051-BDE9-C39BC1BD2406}" dt="2026-03-22T16:47:26.050" v="1063" actId="20577"/>
          <ac:spMkLst>
            <pc:docMk/>
            <pc:sldMk cId="3820537195" sldId="257"/>
            <ac:spMk id="3" creationId="{AE9258E1-9698-E1A2-19B1-7A18A7685CC3}"/>
          </ac:spMkLst>
        </pc:spChg>
        <pc:spChg chg="add mod">
          <ac:chgData name="Sarah Tiphaine Lucile Leray" userId="006a2fdf-5ef7-422c-9b3e-853aeefc815b" providerId="ADAL" clId="{D28DFFD3-4B68-4051-BDE9-C39BC1BD2406}" dt="2026-03-22T15:53:10.614" v="171" actId="121"/>
          <ac:spMkLst>
            <pc:docMk/>
            <pc:sldMk cId="3820537195" sldId="257"/>
            <ac:spMk id="8" creationId="{4E2568F2-709A-25AD-6CB6-4580560B2E60}"/>
          </ac:spMkLst>
        </pc:spChg>
        <pc:spChg chg="add mod">
          <ac:chgData name="Sarah Tiphaine Lucile Leray" userId="006a2fdf-5ef7-422c-9b3e-853aeefc815b" providerId="ADAL" clId="{D28DFFD3-4B68-4051-BDE9-C39BC1BD2406}" dt="2026-03-22T15:53:14.320" v="172" actId="14100"/>
          <ac:spMkLst>
            <pc:docMk/>
            <pc:sldMk cId="3820537195" sldId="257"/>
            <ac:spMk id="9" creationId="{611DE4AF-28CB-EA39-919E-3A6F28793D29}"/>
          </ac:spMkLst>
        </pc:spChg>
        <pc:picChg chg="add mod">
          <ac:chgData name="Sarah Tiphaine Lucile Leray" userId="006a2fdf-5ef7-422c-9b3e-853aeefc815b" providerId="ADAL" clId="{D28DFFD3-4B68-4051-BDE9-C39BC1BD2406}" dt="2026-03-22T15:51:31.741" v="21" actId="1076"/>
          <ac:picMkLst>
            <pc:docMk/>
            <pc:sldMk cId="3820537195" sldId="257"/>
            <ac:picMk id="5" creationId="{F08CEB89-A992-D399-12EF-2827163EE6EA}"/>
          </ac:picMkLst>
        </pc:picChg>
        <pc:picChg chg="add del mod">
          <ac:chgData name="Sarah Tiphaine Lucile Leray" userId="006a2fdf-5ef7-422c-9b3e-853aeefc815b" providerId="ADAL" clId="{D28DFFD3-4B68-4051-BDE9-C39BC1BD2406}" dt="2026-03-24T12:37:16.647" v="2122" actId="21"/>
          <ac:picMkLst>
            <pc:docMk/>
            <pc:sldMk cId="3820537195" sldId="257"/>
            <ac:picMk id="6" creationId="{E3B87AC5-1C47-31E6-59C6-52E76754D57E}"/>
          </ac:picMkLst>
        </pc:picChg>
        <pc:picChg chg="add mod">
          <ac:chgData name="Sarah Tiphaine Lucile Leray" userId="006a2fdf-5ef7-422c-9b3e-853aeefc815b" providerId="ADAL" clId="{D28DFFD3-4B68-4051-BDE9-C39BC1BD2406}" dt="2026-03-22T16:46:57.836" v="1056" actId="1076"/>
          <ac:picMkLst>
            <pc:docMk/>
            <pc:sldMk cId="3820537195" sldId="257"/>
            <ac:picMk id="7" creationId="{8C67C1E1-8C17-0577-C957-480C0E328267}"/>
          </ac:picMkLst>
        </pc:picChg>
      </pc:sldChg>
      <pc:sldChg chg="addSp modSp mod">
        <pc:chgData name="Sarah Tiphaine Lucile Leray" userId="006a2fdf-5ef7-422c-9b3e-853aeefc815b" providerId="ADAL" clId="{D28DFFD3-4B68-4051-BDE9-C39BC1BD2406}" dt="2026-03-24T12:37:59.721" v="2182" actId="1076"/>
        <pc:sldMkLst>
          <pc:docMk/>
          <pc:sldMk cId="360287654" sldId="258"/>
        </pc:sldMkLst>
        <pc:spChg chg="mod">
          <ac:chgData name="Sarah Tiphaine Lucile Leray" userId="006a2fdf-5ef7-422c-9b3e-853aeefc815b" providerId="ADAL" clId="{D28DFFD3-4B68-4051-BDE9-C39BC1BD2406}" dt="2026-03-22T16:04:34.125" v="413" actId="20577"/>
          <ac:spMkLst>
            <pc:docMk/>
            <pc:sldMk cId="360287654" sldId="258"/>
            <ac:spMk id="2" creationId="{AF5B5D52-59D9-188D-95F8-0DCDCD853E4C}"/>
          </ac:spMkLst>
        </pc:spChg>
        <pc:spChg chg="mod">
          <ac:chgData name="Sarah Tiphaine Lucile Leray" userId="006a2fdf-5ef7-422c-9b3e-853aeefc815b" providerId="ADAL" clId="{D28DFFD3-4B68-4051-BDE9-C39BC1BD2406}" dt="2026-03-22T16:31:05.344" v="916" actId="207"/>
          <ac:spMkLst>
            <pc:docMk/>
            <pc:sldMk cId="360287654" sldId="258"/>
            <ac:spMk id="3" creationId="{31240B68-7956-0E22-3C98-0F2CF083D0F9}"/>
          </ac:spMkLst>
        </pc:spChg>
        <pc:spChg chg="add mod">
          <ac:chgData name="Sarah Tiphaine Lucile Leray" userId="006a2fdf-5ef7-422c-9b3e-853aeefc815b" providerId="ADAL" clId="{D28DFFD3-4B68-4051-BDE9-C39BC1BD2406}" dt="2026-03-24T12:37:59.721" v="2182" actId="1076"/>
          <ac:spMkLst>
            <pc:docMk/>
            <pc:sldMk cId="360287654" sldId="258"/>
            <ac:spMk id="5" creationId="{C34BE7E5-13E6-04E3-480D-73DB5848166C}"/>
          </ac:spMkLst>
        </pc:spChg>
        <pc:spChg chg="add mod">
          <ac:chgData name="Sarah Tiphaine Lucile Leray" userId="006a2fdf-5ef7-422c-9b3e-853aeefc815b" providerId="ADAL" clId="{D28DFFD3-4B68-4051-BDE9-C39BC1BD2406}" dt="2026-03-22T16:31:19.839" v="936" actId="1036"/>
          <ac:spMkLst>
            <pc:docMk/>
            <pc:sldMk cId="360287654" sldId="258"/>
            <ac:spMk id="8" creationId="{9B744C54-BAD9-C299-7E9B-79E91FDAE3E1}"/>
          </ac:spMkLst>
        </pc:spChg>
        <pc:spChg chg="add mod">
          <ac:chgData name="Sarah Tiphaine Lucile Leray" userId="006a2fdf-5ef7-422c-9b3e-853aeefc815b" providerId="ADAL" clId="{D28DFFD3-4B68-4051-BDE9-C39BC1BD2406}" dt="2026-03-22T16:31:19.839" v="936" actId="1036"/>
          <ac:spMkLst>
            <pc:docMk/>
            <pc:sldMk cId="360287654" sldId="258"/>
            <ac:spMk id="9" creationId="{3CF54D62-02E0-AC04-9502-189389A6C870}"/>
          </ac:spMkLst>
        </pc:spChg>
        <pc:spChg chg="add mod">
          <ac:chgData name="Sarah Tiphaine Lucile Leray" userId="006a2fdf-5ef7-422c-9b3e-853aeefc815b" providerId="ADAL" clId="{D28DFFD3-4B68-4051-BDE9-C39BC1BD2406}" dt="2026-03-22T16:31:19.839" v="936" actId="1036"/>
          <ac:spMkLst>
            <pc:docMk/>
            <pc:sldMk cId="360287654" sldId="258"/>
            <ac:spMk id="10" creationId="{43634889-2920-99CA-B65A-347A47B4ED6A}"/>
          </ac:spMkLst>
        </pc:spChg>
        <pc:picChg chg="mod">
          <ac:chgData name="Sarah Tiphaine Lucile Leray" userId="006a2fdf-5ef7-422c-9b3e-853aeefc815b" providerId="ADAL" clId="{D28DFFD3-4B68-4051-BDE9-C39BC1BD2406}" dt="2026-03-22T16:31:19.839" v="936" actId="1036"/>
          <ac:picMkLst>
            <pc:docMk/>
            <pc:sldMk cId="360287654" sldId="258"/>
            <ac:picMk id="7" creationId="{7E6B0D09-3473-8155-01E3-60959BE500FF}"/>
          </ac:picMkLst>
        </pc:picChg>
        <pc:cxnChg chg="add mod">
          <ac:chgData name="Sarah Tiphaine Lucile Leray" userId="006a2fdf-5ef7-422c-9b3e-853aeefc815b" providerId="ADAL" clId="{D28DFFD3-4B68-4051-BDE9-C39BC1BD2406}" dt="2026-03-24T12:37:59.721" v="2182" actId="1076"/>
          <ac:cxnSpMkLst>
            <pc:docMk/>
            <pc:sldMk cId="360287654" sldId="258"/>
            <ac:cxnSpMk id="11" creationId="{921EE6B7-689F-F825-F6C7-115986C9B39E}"/>
          </ac:cxnSpMkLst>
        </pc:cxnChg>
      </pc:sldChg>
      <pc:sldChg chg="addSp modSp new mod ord">
        <pc:chgData name="Sarah Tiphaine Lucile Leray" userId="006a2fdf-5ef7-422c-9b3e-853aeefc815b" providerId="ADAL" clId="{D28DFFD3-4B68-4051-BDE9-C39BC1BD2406}" dt="2026-03-22T16:04:03.092" v="347" actId="20577"/>
        <pc:sldMkLst>
          <pc:docMk/>
          <pc:sldMk cId="3073381179" sldId="259"/>
        </pc:sldMkLst>
        <pc:spChg chg="mod">
          <ac:chgData name="Sarah Tiphaine Lucile Leray" userId="006a2fdf-5ef7-422c-9b3e-853aeefc815b" providerId="ADAL" clId="{D28DFFD3-4B68-4051-BDE9-C39BC1BD2406}" dt="2026-03-22T16:04:03.092" v="347" actId="20577"/>
          <ac:spMkLst>
            <pc:docMk/>
            <pc:sldMk cId="3073381179" sldId="259"/>
            <ac:spMk id="2" creationId="{1F75CB84-449A-A86A-CC53-DE3680CCA93E}"/>
          </ac:spMkLst>
        </pc:spChg>
        <pc:spChg chg="mod">
          <ac:chgData name="Sarah Tiphaine Lucile Leray" userId="006a2fdf-5ef7-422c-9b3e-853aeefc815b" providerId="ADAL" clId="{D28DFFD3-4B68-4051-BDE9-C39BC1BD2406}" dt="2026-03-22T15:52:01.259" v="69" actId="20577"/>
          <ac:spMkLst>
            <pc:docMk/>
            <pc:sldMk cId="3073381179" sldId="259"/>
            <ac:spMk id="3" creationId="{262F83BB-82EC-4C10-8ED2-A7D960F098EC}"/>
          </ac:spMkLst>
        </pc:spChg>
        <pc:picChg chg="add mod">
          <ac:chgData name="Sarah Tiphaine Lucile Leray" userId="006a2fdf-5ef7-422c-9b3e-853aeefc815b" providerId="ADAL" clId="{D28DFFD3-4B68-4051-BDE9-C39BC1BD2406}" dt="2026-03-22T16:03:55.023" v="328" actId="1076"/>
          <ac:picMkLst>
            <pc:docMk/>
            <pc:sldMk cId="3073381179" sldId="259"/>
            <ac:picMk id="5" creationId="{3580080E-E96B-B41B-B1D8-3FDCF21A1E6C}"/>
          </ac:picMkLst>
        </pc:picChg>
      </pc:sldChg>
      <pc:sldChg chg="addSp modSp new mod ord">
        <pc:chgData name="Sarah Tiphaine Lucile Leray" userId="006a2fdf-5ef7-422c-9b3e-853aeefc815b" providerId="ADAL" clId="{D28DFFD3-4B68-4051-BDE9-C39BC1BD2406}" dt="2026-03-22T20:15:09.940" v="1510" actId="14100"/>
        <pc:sldMkLst>
          <pc:docMk/>
          <pc:sldMk cId="68883360" sldId="261"/>
        </pc:sldMkLst>
        <pc:spChg chg="mod">
          <ac:chgData name="Sarah Tiphaine Lucile Leray" userId="006a2fdf-5ef7-422c-9b3e-853aeefc815b" providerId="ADAL" clId="{D28DFFD3-4B68-4051-BDE9-C39BC1BD2406}" dt="2026-03-22T16:05:30.074" v="477" actId="20577"/>
          <ac:spMkLst>
            <pc:docMk/>
            <pc:sldMk cId="68883360" sldId="261"/>
            <ac:spMk id="2" creationId="{2056E612-5DC9-FE19-9E2A-2F2FBA427E41}"/>
          </ac:spMkLst>
        </pc:spChg>
        <pc:spChg chg="mod">
          <ac:chgData name="Sarah Tiphaine Lucile Leray" userId="006a2fdf-5ef7-422c-9b3e-853aeefc815b" providerId="ADAL" clId="{D28DFFD3-4B68-4051-BDE9-C39BC1BD2406}" dt="2026-03-22T20:14:40.565" v="1505" actId="20577"/>
          <ac:spMkLst>
            <pc:docMk/>
            <pc:sldMk cId="68883360" sldId="261"/>
            <ac:spMk id="3" creationId="{7B9A39B4-4840-966C-5837-3D23E026FB40}"/>
          </ac:spMkLst>
        </pc:spChg>
        <pc:picChg chg="add mod ord">
          <ac:chgData name="Sarah Tiphaine Lucile Leray" userId="006a2fdf-5ef7-422c-9b3e-853aeefc815b" providerId="ADAL" clId="{D28DFFD3-4B68-4051-BDE9-C39BC1BD2406}" dt="2026-03-22T20:14:43.327" v="1506" actId="1076"/>
          <ac:picMkLst>
            <pc:docMk/>
            <pc:sldMk cId="68883360" sldId="261"/>
            <ac:picMk id="4" creationId="{048878E5-FFE9-0F3E-517D-A6A5534FB1BD}"/>
          </ac:picMkLst>
        </pc:picChg>
        <pc:cxnChg chg="add mod">
          <ac:chgData name="Sarah Tiphaine Lucile Leray" userId="006a2fdf-5ef7-422c-9b3e-853aeefc815b" providerId="ADAL" clId="{D28DFFD3-4B68-4051-BDE9-C39BC1BD2406}" dt="2026-03-22T20:15:09.940" v="1510" actId="14100"/>
          <ac:cxnSpMkLst>
            <pc:docMk/>
            <pc:sldMk cId="68883360" sldId="261"/>
            <ac:cxnSpMk id="6" creationId="{BFB510A5-FD37-542E-6E1B-F6B11867146B}"/>
          </ac:cxnSpMkLst>
        </pc:cxnChg>
      </pc:sldChg>
      <pc:sldChg chg="modSp add mod">
        <pc:chgData name="Sarah Tiphaine Lucile Leray" userId="006a2fdf-5ef7-422c-9b3e-853aeefc815b" providerId="ADAL" clId="{D28DFFD3-4B68-4051-BDE9-C39BC1BD2406}" dt="2026-03-22T16:06:03.446" v="528" actId="1076"/>
        <pc:sldMkLst>
          <pc:docMk/>
          <pc:sldMk cId="3455114587" sldId="262"/>
        </pc:sldMkLst>
        <pc:spChg chg="mod">
          <ac:chgData name="Sarah Tiphaine Lucile Leray" userId="006a2fdf-5ef7-422c-9b3e-853aeefc815b" providerId="ADAL" clId="{D28DFFD3-4B68-4051-BDE9-C39BC1BD2406}" dt="2026-03-22T16:04:57.332" v="431" actId="20577"/>
          <ac:spMkLst>
            <pc:docMk/>
            <pc:sldMk cId="3455114587" sldId="262"/>
            <ac:spMk id="2" creationId="{96C6611F-CF7C-5373-3662-2971A0A22409}"/>
          </ac:spMkLst>
        </pc:spChg>
        <pc:spChg chg="mod">
          <ac:chgData name="Sarah Tiphaine Lucile Leray" userId="006a2fdf-5ef7-422c-9b3e-853aeefc815b" providerId="ADAL" clId="{D28DFFD3-4B68-4051-BDE9-C39BC1BD2406}" dt="2026-03-22T16:05:55.734" v="525" actId="20577"/>
          <ac:spMkLst>
            <pc:docMk/>
            <pc:sldMk cId="3455114587" sldId="262"/>
            <ac:spMk id="3" creationId="{D971FC06-0081-90D4-E4BF-84E7BDD8E3C9}"/>
          </ac:spMkLst>
        </pc:spChg>
        <pc:picChg chg="mod">
          <ac:chgData name="Sarah Tiphaine Lucile Leray" userId="006a2fdf-5ef7-422c-9b3e-853aeefc815b" providerId="ADAL" clId="{D28DFFD3-4B68-4051-BDE9-C39BC1BD2406}" dt="2026-03-22T16:06:03.446" v="528" actId="1076"/>
          <ac:picMkLst>
            <pc:docMk/>
            <pc:sldMk cId="3455114587" sldId="262"/>
            <ac:picMk id="5" creationId="{6F31AA19-07D3-068A-22D4-6CA2A91A5E29}"/>
          </ac:picMkLst>
        </pc:picChg>
      </pc:sldChg>
      <pc:sldChg chg="addSp delSp modSp new mod">
        <pc:chgData name="Sarah Tiphaine Lucile Leray" userId="006a2fdf-5ef7-422c-9b3e-853aeefc815b" providerId="ADAL" clId="{D28DFFD3-4B68-4051-BDE9-C39BC1BD2406}" dt="2026-03-24T12:35:16.391" v="2112" actId="20577"/>
        <pc:sldMkLst>
          <pc:docMk/>
          <pc:sldMk cId="1196304709" sldId="263"/>
        </pc:sldMkLst>
        <pc:spChg chg="mod">
          <ac:chgData name="Sarah Tiphaine Lucile Leray" userId="006a2fdf-5ef7-422c-9b3e-853aeefc815b" providerId="ADAL" clId="{D28DFFD3-4B68-4051-BDE9-C39BC1BD2406}" dt="2026-03-22T16:05:33.501" v="478"/>
          <ac:spMkLst>
            <pc:docMk/>
            <pc:sldMk cId="1196304709" sldId="263"/>
            <ac:spMk id="2" creationId="{C8BFCA60-0DC7-C930-F91B-27B99282CBC8}"/>
          </ac:spMkLst>
        </pc:spChg>
        <pc:spChg chg="mod">
          <ac:chgData name="Sarah Tiphaine Lucile Leray" userId="006a2fdf-5ef7-422c-9b3e-853aeefc815b" providerId="ADAL" clId="{D28DFFD3-4B68-4051-BDE9-C39BC1BD2406}" dt="2026-03-24T12:35:16.391" v="2112" actId="20577"/>
          <ac:spMkLst>
            <pc:docMk/>
            <pc:sldMk cId="1196304709" sldId="263"/>
            <ac:spMk id="3" creationId="{D7CFA44B-60E3-4A7A-2F7C-C5E48860229B}"/>
          </ac:spMkLst>
        </pc:spChg>
        <pc:picChg chg="add mod">
          <ac:chgData name="Sarah Tiphaine Lucile Leray" userId="006a2fdf-5ef7-422c-9b3e-853aeefc815b" providerId="ADAL" clId="{D28DFFD3-4B68-4051-BDE9-C39BC1BD2406}" dt="2026-03-23T15:56:44.862" v="1750" actId="1076"/>
          <ac:picMkLst>
            <pc:docMk/>
            <pc:sldMk cId="1196304709" sldId="263"/>
            <ac:picMk id="5" creationId="{CC33AA24-8A38-C7BE-FCA4-062EBD62E357}"/>
          </ac:picMkLst>
        </pc:picChg>
      </pc:sldChg>
      <pc:sldChg chg="modSp new mod">
        <pc:chgData name="Sarah Tiphaine Lucile Leray" userId="006a2fdf-5ef7-422c-9b3e-853aeefc815b" providerId="ADAL" clId="{D28DFFD3-4B68-4051-BDE9-C39BC1BD2406}" dt="2026-03-22T16:18:37.166" v="769" actId="207"/>
        <pc:sldMkLst>
          <pc:docMk/>
          <pc:sldMk cId="968645333" sldId="264"/>
        </pc:sldMkLst>
        <pc:spChg chg="mod">
          <ac:chgData name="Sarah Tiphaine Lucile Leray" userId="006a2fdf-5ef7-422c-9b3e-853aeefc815b" providerId="ADAL" clId="{D28DFFD3-4B68-4051-BDE9-C39BC1BD2406}" dt="2026-03-22T16:12:34.719" v="644"/>
          <ac:spMkLst>
            <pc:docMk/>
            <pc:sldMk cId="968645333" sldId="264"/>
            <ac:spMk id="2" creationId="{9D5A35CB-AA6F-CDC1-5586-0588FD03132B}"/>
          </ac:spMkLst>
        </pc:spChg>
        <pc:spChg chg="mod">
          <ac:chgData name="Sarah Tiphaine Lucile Leray" userId="006a2fdf-5ef7-422c-9b3e-853aeefc815b" providerId="ADAL" clId="{D28DFFD3-4B68-4051-BDE9-C39BC1BD2406}" dt="2026-03-22T16:18:37.166" v="769" actId="207"/>
          <ac:spMkLst>
            <pc:docMk/>
            <pc:sldMk cId="968645333" sldId="264"/>
            <ac:spMk id="3" creationId="{13A7E206-81E2-9984-93CD-7EC7D0463E91}"/>
          </ac:spMkLst>
        </pc:spChg>
      </pc:sldChg>
      <pc:sldChg chg="addSp modSp new mod">
        <pc:chgData name="Sarah Tiphaine Lucile Leray" userId="006a2fdf-5ef7-422c-9b3e-853aeefc815b" providerId="ADAL" clId="{D28DFFD3-4B68-4051-BDE9-C39BC1BD2406}" dt="2026-03-24T12:50:28.649" v="2245" actId="1076"/>
        <pc:sldMkLst>
          <pc:docMk/>
          <pc:sldMk cId="4216546168" sldId="265"/>
        </pc:sldMkLst>
        <pc:spChg chg="mod">
          <ac:chgData name="Sarah Tiphaine Lucile Leray" userId="006a2fdf-5ef7-422c-9b3e-853aeefc815b" providerId="ADAL" clId="{D28DFFD3-4B68-4051-BDE9-C39BC1BD2406}" dt="2026-03-22T16:20:26.710" v="880" actId="20577"/>
          <ac:spMkLst>
            <pc:docMk/>
            <pc:sldMk cId="4216546168" sldId="265"/>
            <ac:spMk id="2" creationId="{AAF8A8C9-F486-B1F1-EFBF-C599FFD94502}"/>
          </ac:spMkLst>
        </pc:spChg>
        <pc:spChg chg="mod">
          <ac:chgData name="Sarah Tiphaine Lucile Leray" userId="006a2fdf-5ef7-422c-9b3e-853aeefc815b" providerId="ADAL" clId="{D28DFFD3-4B68-4051-BDE9-C39BC1BD2406}" dt="2026-03-24T12:50:25.392" v="2244" actId="20577"/>
          <ac:spMkLst>
            <pc:docMk/>
            <pc:sldMk cId="4216546168" sldId="265"/>
            <ac:spMk id="3" creationId="{482114E7-5299-55D7-31CE-CA4DF3B80856}"/>
          </ac:spMkLst>
        </pc:spChg>
        <pc:picChg chg="add mod">
          <ac:chgData name="Sarah Tiphaine Lucile Leray" userId="006a2fdf-5ef7-422c-9b3e-853aeefc815b" providerId="ADAL" clId="{D28DFFD3-4B68-4051-BDE9-C39BC1BD2406}" dt="2026-03-22T16:19:52.618" v="824" actId="1038"/>
          <ac:picMkLst>
            <pc:docMk/>
            <pc:sldMk cId="4216546168" sldId="265"/>
            <ac:picMk id="5" creationId="{3F698AAA-9A9F-E740-B67B-F4A42D94CADE}"/>
          </ac:picMkLst>
        </pc:picChg>
        <pc:picChg chg="add mod">
          <ac:chgData name="Sarah Tiphaine Lucile Leray" userId="006a2fdf-5ef7-422c-9b3e-853aeefc815b" providerId="ADAL" clId="{D28DFFD3-4B68-4051-BDE9-C39BC1BD2406}" dt="2026-03-24T12:50:28.649" v="2245" actId="1076"/>
          <ac:picMkLst>
            <pc:docMk/>
            <pc:sldMk cId="4216546168" sldId="265"/>
            <ac:picMk id="6" creationId="{2A1DA3FD-1448-EFDC-D0B4-83A75226C5E1}"/>
          </ac:picMkLst>
        </pc:picChg>
      </pc:sldChg>
      <pc:sldChg chg="addSp modSp new mod">
        <pc:chgData name="Sarah Tiphaine Lucile Leray" userId="006a2fdf-5ef7-422c-9b3e-853aeefc815b" providerId="ADAL" clId="{D28DFFD3-4B68-4051-BDE9-C39BC1BD2406}" dt="2026-03-24T11:34:34.268" v="2067" actId="14100"/>
        <pc:sldMkLst>
          <pc:docMk/>
          <pc:sldMk cId="1559343480" sldId="266"/>
        </pc:sldMkLst>
        <pc:spChg chg="mod">
          <ac:chgData name="Sarah Tiphaine Lucile Leray" userId="006a2fdf-5ef7-422c-9b3e-853aeefc815b" providerId="ADAL" clId="{D28DFFD3-4B68-4051-BDE9-C39BC1BD2406}" dt="2026-03-22T16:48:44.631" v="1111" actId="20577"/>
          <ac:spMkLst>
            <pc:docMk/>
            <pc:sldMk cId="1559343480" sldId="266"/>
            <ac:spMk id="2" creationId="{2A7DF382-C4A4-59C4-9B33-E56299651456}"/>
          </ac:spMkLst>
        </pc:spChg>
        <pc:spChg chg="mod">
          <ac:chgData name="Sarah Tiphaine Lucile Leray" userId="006a2fdf-5ef7-422c-9b3e-853aeefc815b" providerId="ADAL" clId="{D28DFFD3-4B68-4051-BDE9-C39BC1BD2406}" dt="2026-03-24T11:33:59.528" v="2059" actId="14100"/>
          <ac:spMkLst>
            <pc:docMk/>
            <pc:sldMk cId="1559343480" sldId="266"/>
            <ac:spMk id="3" creationId="{02B6E622-AA70-F32C-4C18-61DDC7B1D4AD}"/>
          </ac:spMkLst>
        </pc:spChg>
        <pc:spChg chg="add mod">
          <ac:chgData name="Sarah Tiphaine Lucile Leray" userId="006a2fdf-5ef7-422c-9b3e-853aeefc815b" providerId="ADAL" clId="{D28DFFD3-4B68-4051-BDE9-C39BC1BD2406}" dt="2026-03-24T11:34:06.271" v="2062" actId="1076"/>
          <ac:spMkLst>
            <pc:docMk/>
            <pc:sldMk cId="1559343480" sldId="266"/>
            <ac:spMk id="12" creationId="{856746B4-630E-0D33-8862-74F081929DBE}"/>
          </ac:spMkLst>
        </pc:spChg>
        <pc:spChg chg="add mod">
          <ac:chgData name="Sarah Tiphaine Lucile Leray" userId="006a2fdf-5ef7-422c-9b3e-853aeefc815b" providerId="ADAL" clId="{D28DFFD3-4B68-4051-BDE9-C39BC1BD2406}" dt="2026-03-24T11:34:10.567" v="2064" actId="1076"/>
          <ac:spMkLst>
            <pc:docMk/>
            <pc:sldMk cId="1559343480" sldId="266"/>
            <ac:spMk id="13" creationId="{826236D4-3D4C-1660-99A6-5F77178AB588}"/>
          </ac:spMkLst>
        </pc:spChg>
        <pc:picChg chg="add mod modCrop">
          <ac:chgData name="Sarah Tiphaine Lucile Leray" userId="006a2fdf-5ef7-422c-9b3e-853aeefc815b" providerId="ADAL" clId="{D28DFFD3-4B68-4051-BDE9-C39BC1BD2406}" dt="2026-03-24T11:34:34.268" v="2067" actId="14100"/>
          <ac:picMkLst>
            <pc:docMk/>
            <pc:sldMk cId="1559343480" sldId="266"/>
            <ac:picMk id="4" creationId="{4DB1925A-CA59-6524-1721-295B3C1FC5C1}"/>
          </ac:picMkLst>
        </pc:picChg>
        <pc:picChg chg="add mod">
          <ac:chgData name="Sarah Tiphaine Lucile Leray" userId="006a2fdf-5ef7-422c-9b3e-853aeefc815b" providerId="ADAL" clId="{D28DFFD3-4B68-4051-BDE9-C39BC1BD2406}" dt="2026-03-24T11:34:00.572" v="2060" actId="1076"/>
          <ac:picMkLst>
            <pc:docMk/>
            <pc:sldMk cId="1559343480" sldId="266"/>
            <ac:picMk id="5" creationId="{06C3750D-CF57-FAAB-63B0-5BFE1C6A3508}"/>
          </ac:picMkLst>
        </pc:picChg>
        <pc:cxnChg chg="add mod">
          <ac:chgData name="Sarah Tiphaine Lucile Leray" userId="006a2fdf-5ef7-422c-9b3e-853aeefc815b" providerId="ADAL" clId="{D28DFFD3-4B68-4051-BDE9-C39BC1BD2406}" dt="2026-03-24T11:34:03.951" v="2061" actId="14100"/>
          <ac:cxnSpMkLst>
            <pc:docMk/>
            <pc:sldMk cId="1559343480" sldId="266"/>
            <ac:cxnSpMk id="7" creationId="{84DDD1F2-D7BA-0EDC-EFFC-3F7F59C4737A}"/>
          </ac:cxnSpMkLst>
        </pc:cxnChg>
        <pc:cxnChg chg="add mod">
          <ac:chgData name="Sarah Tiphaine Lucile Leray" userId="006a2fdf-5ef7-422c-9b3e-853aeefc815b" providerId="ADAL" clId="{D28DFFD3-4B68-4051-BDE9-C39BC1BD2406}" dt="2026-03-24T11:34:08.579" v="2063" actId="14100"/>
          <ac:cxnSpMkLst>
            <pc:docMk/>
            <pc:sldMk cId="1559343480" sldId="266"/>
            <ac:cxnSpMk id="8" creationId="{EC596900-DDCD-02E9-B86C-D02069983517}"/>
          </ac:cxnSpMkLst>
        </pc:cxnChg>
      </pc:sldChg>
      <pc:sldChg chg="addSp delSp modSp add mod">
        <pc:chgData name="Sarah Tiphaine Lucile Leray" userId="006a2fdf-5ef7-422c-9b3e-853aeefc815b" providerId="ADAL" clId="{D28DFFD3-4B68-4051-BDE9-C39BC1BD2406}" dt="2026-03-24T11:33:52.847" v="2055" actId="21"/>
        <pc:sldMkLst>
          <pc:docMk/>
          <pc:sldMk cId="134466060" sldId="267"/>
        </pc:sldMkLst>
        <pc:spChg chg="mod">
          <ac:chgData name="Sarah Tiphaine Lucile Leray" userId="006a2fdf-5ef7-422c-9b3e-853aeefc815b" providerId="ADAL" clId="{D28DFFD3-4B68-4051-BDE9-C39BC1BD2406}" dt="2026-03-24T11:33:52.847" v="2055" actId="21"/>
          <ac:spMkLst>
            <pc:docMk/>
            <pc:sldMk cId="134466060" sldId="267"/>
            <ac:spMk id="3" creationId="{D3DCA0F1-5224-F2E8-DB4D-B9A1FF2C04B5}"/>
          </ac:spMkLst>
        </pc:spChg>
        <pc:picChg chg="add mod">
          <ac:chgData name="Sarah Tiphaine Lucile Leray" userId="006a2fdf-5ef7-422c-9b3e-853aeefc815b" providerId="ADAL" clId="{D28DFFD3-4B68-4051-BDE9-C39BC1BD2406}" dt="2026-03-22T16:51:40.554" v="1183" actId="1076"/>
          <ac:picMkLst>
            <pc:docMk/>
            <pc:sldMk cId="134466060" sldId="267"/>
            <ac:picMk id="6" creationId="{A1CE994D-F8B9-8291-07CF-76E0FB8D77CE}"/>
          </ac:picMkLst>
        </pc:picChg>
      </pc:sldChg>
      <pc:sldChg chg="addSp modSp new mod">
        <pc:chgData name="Sarah Tiphaine Lucile Leray" userId="006a2fdf-5ef7-422c-9b3e-853aeefc815b" providerId="ADAL" clId="{D28DFFD3-4B68-4051-BDE9-C39BC1BD2406}" dt="2026-03-23T15:36:38.439" v="1713"/>
        <pc:sldMkLst>
          <pc:docMk/>
          <pc:sldMk cId="4040302795" sldId="268"/>
        </pc:sldMkLst>
        <pc:spChg chg="mod">
          <ac:chgData name="Sarah Tiphaine Lucile Leray" userId="006a2fdf-5ef7-422c-9b3e-853aeefc815b" providerId="ADAL" clId="{D28DFFD3-4B68-4051-BDE9-C39BC1BD2406}" dt="2026-03-22T16:51:21.452" v="1162" actId="20577"/>
          <ac:spMkLst>
            <pc:docMk/>
            <pc:sldMk cId="4040302795" sldId="268"/>
            <ac:spMk id="2" creationId="{F1C86E6B-F33A-3926-02EA-FA5B8844FECA}"/>
          </ac:spMkLst>
        </pc:spChg>
        <pc:spChg chg="mod">
          <ac:chgData name="Sarah Tiphaine Lucile Leray" userId="006a2fdf-5ef7-422c-9b3e-853aeefc815b" providerId="ADAL" clId="{D28DFFD3-4B68-4051-BDE9-C39BC1BD2406}" dt="2026-03-23T15:36:38.439" v="1713"/>
          <ac:spMkLst>
            <pc:docMk/>
            <pc:sldMk cId="4040302795" sldId="268"/>
            <ac:spMk id="3" creationId="{48995191-7CDE-F586-45D1-99DDF3FF3F4F}"/>
          </ac:spMkLst>
        </pc:spChg>
        <pc:picChg chg="add mod">
          <ac:chgData name="Sarah Tiphaine Lucile Leray" userId="006a2fdf-5ef7-422c-9b3e-853aeefc815b" providerId="ADAL" clId="{D28DFFD3-4B68-4051-BDE9-C39BC1BD2406}" dt="2026-03-22T16:51:07.995" v="1148" actId="1076"/>
          <ac:picMkLst>
            <pc:docMk/>
            <pc:sldMk cId="4040302795" sldId="268"/>
            <ac:picMk id="5" creationId="{A79E10A0-CDA7-9B00-422A-39FA81B23998}"/>
          </ac:picMkLst>
        </pc:picChg>
      </pc:sldChg>
      <pc:sldChg chg="new del">
        <pc:chgData name="Sarah Tiphaine Lucile Leray" userId="006a2fdf-5ef7-422c-9b3e-853aeefc815b" providerId="ADAL" clId="{D28DFFD3-4B68-4051-BDE9-C39BC1BD2406}" dt="2026-03-23T15:36:41.833" v="1714" actId="47"/>
        <pc:sldMkLst>
          <pc:docMk/>
          <pc:sldMk cId="1085770663" sldId="269"/>
        </pc:sldMkLst>
      </pc:sldChg>
      <pc:sldChg chg="delSp modSp add mod">
        <pc:chgData name="Sarah Tiphaine Lucile Leray" userId="006a2fdf-5ef7-422c-9b3e-853aeefc815b" providerId="ADAL" clId="{D28DFFD3-4B68-4051-BDE9-C39BC1BD2406}" dt="2026-03-22T20:13:26.042" v="1464" actId="20577"/>
        <pc:sldMkLst>
          <pc:docMk/>
          <pc:sldMk cId="239457621" sldId="270"/>
        </pc:sldMkLst>
        <pc:spChg chg="mod">
          <ac:chgData name="Sarah Tiphaine Lucile Leray" userId="006a2fdf-5ef7-422c-9b3e-853aeefc815b" providerId="ADAL" clId="{D28DFFD3-4B68-4051-BDE9-C39BC1BD2406}" dt="2026-03-22T20:13:26.042" v="1464" actId="20577"/>
          <ac:spMkLst>
            <pc:docMk/>
            <pc:sldMk cId="239457621" sldId="270"/>
            <ac:spMk id="3" creationId="{A72E9993-B09E-B59C-028B-9E43A18C414E}"/>
          </ac:spMkLst>
        </pc:spChg>
      </pc:sldChg>
      <pc:sldChg chg="addSp modSp new mod">
        <pc:chgData name="Sarah Tiphaine Lucile Leray" userId="006a2fdf-5ef7-422c-9b3e-853aeefc815b" providerId="ADAL" clId="{D28DFFD3-4B68-4051-BDE9-C39BC1BD2406}" dt="2026-03-24T12:38:50.384" v="2238" actId="1076"/>
        <pc:sldMkLst>
          <pc:docMk/>
          <pc:sldMk cId="2906459955" sldId="271"/>
        </pc:sldMkLst>
        <pc:spChg chg="mod">
          <ac:chgData name="Sarah Tiphaine Lucile Leray" userId="006a2fdf-5ef7-422c-9b3e-853aeefc815b" providerId="ADAL" clId="{D28DFFD3-4B68-4051-BDE9-C39BC1BD2406}" dt="2026-03-23T16:02:04.624" v="1866" actId="20577"/>
          <ac:spMkLst>
            <pc:docMk/>
            <pc:sldMk cId="2906459955" sldId="271"/>
            <ac:spMk id="2" creationId="{954FC14A-23AD-AEBE-A885-6C3F1ABC3CBA}"/>
          </ac:spMkLst>
        </pc:spChg>
        <pc:spChg chg="mod">
          <ac:chgData name="Sarah Tiphaine Lucile Leray" userId="006a2fdf-5ef7-422c-9b3e-853aeefc815b" providerId="ADAL" clId="{D28DFFD3-4B68-4051-BDE9-C39BC1BD2406}" dt="2026-03-24T12:38:39.590" v="2236" actId="255"/>
          <ac:spMkLst>
            <pc:docMk/>
            <pc:sldMk cId="2906459955" sldId="271"/>
            <ac:spMk id="3" creationId="{7B0A9666-E585-6DCB-579C-A8044AA4B835}"/>
          </ac:spMkLst>
        </pc:spChg>
        <pc:picChg chg="add mod modCrop">
          <ac:chgData name="Sarah Tiphaine Lucile Leray" userId="006a2fdf-5ef7-422c-9b3e-853aeefc815b" providerId="ADAL" clId="{D28DFFD3-4B68-4051-BDE9-C39BC1BD2406}" dt="2026-03-24T12:38:43.417" v="2237" actId="1076"/>
          <ac:picMkLst>
            <pc:docMk/>
            <pc:sldMk cId="2906459955" sldId="271"/>
            <ac:picMk id="4" creationId="{C6E13E7C-55DA-B866-3F49-ACA4EB906EDE}"/>
          </ac:picMkLst>
        </pc:picChg>
        <pc:picChg chg="add mod">
          <ac:chgData name="Sarah Tiphaine Lucile Leray" userId="006a2fdf-5ef7-422c-9b3e-853aeefc815b" providerId="ADAL" clId="{D28DFFD3-4B68-4051-BDE9-C39BC1BD2406}" dt="2026-03-24T12:38:50.384" v="2238" actId="1076"/>
          <ac:picMkLst>
            <pc:docMk/>
            <pc:sldMk cId="2906459955" sldId="271"/>
            <ac:picMk id="6" creationId="{E3B87AC5-1C47-31E6-59C6-52E76754D5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F75988-D903-28FD-EC41-601CEED33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70CA36-9511-CE1F-399C-EA4599806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1089C7-0D08-E413-E342-C9003032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0B9FC3-9917-A97A-9CBD-023F1758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E497E3-1595-EEAB-DC95-196FB82D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92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3417AB-3459-C45E-28E1-F76F6C8B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861D8F-DBEB-664D-2206-A38135E81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BCAF33-3D64-5F77-5282-95695EA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5A71FC-12CD-D581-0A46-2CBF7599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C7C253-AE15-7EF4-A703-95DD428A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1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CC8CD-DEBF-B44F-1DC7-D32F94C0B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DE577D-8F6F-F376-6944-2D886E999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46AAA7-42BA-A79F-6A2F-F700A0D1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113493-C66F-2D4C-EB24-4D65BD05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B743C5-0738-A192-B618-585CFB46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27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B1C3D-0399-F66A-6068-27333157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F59AB-6DF3-3A9B-6A8E-8363DF6AA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658DAC-F256-D129-C6A6-300A4BF3F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F06D34-D550-CBAC-4F74-AA0FD501A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D1385C-D3ED-A053-0799-B325EE16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6AF7EA-733A-246B-CA44-0C25CB52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58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4AF06-81C9-9362-630B-8B779CC2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073E88-FA13-70DC-B646-FF9CC2AE7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325354-5286-4F10-1E6D-D2908D4D1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0595A9-8E91-C99D-6BC5-A261C01E1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6261835-0DAA-6500-8929-3120832B4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B4065C-D751-4C49-9E5B-DC28A18F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443A87-5603-10CB-A436-B7936D47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2DEF90-1559-59D1-CE16-B41A3F95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82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2C9982-EACC-389B-0C3E-095C3C90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526031-EC1F-74BF-3DCC-CF732F78B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A09121-03B0-C9B1-B000-272C70EB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41D2BA-AAE3-9E1D-73D8-8D8F2EF3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00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32E0DC2-71BE-FC71-DD62-4F49557F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FDF5863-E6D2-604B-0DA2-72C20D6E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FB70E3-7CBA-E277-0CB8-E5A224F6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76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94AA3-FC98-0E54-3CE6-4EA062CA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46DF16-EAA7-0BA3-A461-754DEF284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0E6807-C2CA-B9A6-A639-42CD19CA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BDAF0B-4186-577F-30CE-2B7D5124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0B9E3C-C895-74B2-1510-2B13C77F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F47E0A-17D9-B4D9-D75C-59AEDFC4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18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36D7B1-5C06-FC1C-D59D-FFB72807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C487D6-750E-2A30-A6F3-E08E14A2D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6A0A60-E9BD-6911-D271-068D556B1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90E70F-9267-75AA-31E3-41C9BBA6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01FA15-E371-E927-FD9A-8E792C4D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888D68-9918-63CF-5A8F-537B738C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54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599537-49AB-7A4C-7567-BD30E149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A55CC4-9887-4998-CEC6-CAC97FA2B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3EAD4-15B4-06E7-0C9B-ABF45E6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F07349-07DC-E454-A4FE-601D8BF4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D2933D-FAB7-5241-F58A-624221A1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83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DCB53E-BBD9-67C6-1A4A-B02FA9B0C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5A068B-D32C-9758-DEEC-5286639D9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39D928-1787-C439-E721-BE9E0FA1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4A807E-698D-1FCB-E62F-B2ABE760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A45347-DD67-1FD9-ABEA-51C57309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22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773D0B1-2E7C-8575-F7F4-B9CA1397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9AF55D-52E3-A5F4-25F5-9BD81E445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CFB0C5-6959-557E-A6AB-3B22F3C85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28465-D98B-482C-9F5C-18A053A0C707}" type="datetimeFigureOut">
              <a:rPr lang="en-GB" smtClean="0"/>
              <a:t>24/03/2026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5F90E1-3E9A-7943-2000-1887187B6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1E59D3-D697-1A7B-1061-8C47D7A2C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29B61-4987-490C-82C7-D785393178E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26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ata.mendeley.com/datasets/p32bmw6rgs/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igitizer.starrydat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961E9A-DB1E-6E8D-8FE8-D778174B1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Visser </a:t>
            </a:r>
            <a:r>
              <a:rPr lang="fr-FR"/>
              <a:t>et al </a:t>
            </a:r>
            <a:r>
              <a:rPr lang="fr-FR" dirty="0"/>
              <a:t>(2013)</a:t>
            </a:r>
            <a:endParaRPr lang="en-GB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4B3997-16AE-4A91-7719-82D5ED564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22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5CB84-449A-A86A-CC53-DE3680CC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sampling locations and dates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F83BB-82EC-4C10-8ED2-A7D960F09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 pumping wells</a:t>
            </a:r>
          </a:p>
          <a:p>
            <a:endParaRPr lang="en-US" dirty="0"/>
          </a:p>
          <a:p>
            <a:r>
              <a:rPr lang="en-US" dirty="0"/>
              <a:t>Sampling in 2010</a:t>
            </a:r>
          </a:p>
          <a:p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80080E-E96B-B41B-B1D8-3FDCF21A1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150" y="1433948"/>
            <a:ext cx="7563906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8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45C36-8144-D6A6-B0EA-BBB61520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</a:t>
            </a:r>
            <a:r>
              <a:rPr lang="fr-FR" dirty="0" err="1"/>
              <a:t>shape</a:t>
            </a:r>
            <a:r>
              <a:rPr lang="fr-FR" dirty="0"/>
              <a:t> of the </a:t>
            </a:r>
            <a:r>
              <a:rPr lang="fr-FR" dirty="0" err="1"/>
              <a:t>calibrated</a:t>
            </a:r>
            <a:r>
              <a:rPr lang="fr-FR" dirty="0"/>
              <a:t> </a:t>
            </a:r>
            <a:r>
              <a:rPr lang="fr-FR" dirty="0" err="1"/>
              <a:t>RTDs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9258E1-9698-E1A2-19B1-7A18A768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RTD equations: 1 shape-free and 4 analytical models</a:t>
            </a:r>
          </a:p>
          <a:p>
            <a:pPr lvl="1"/>
            <a:r>
              <a:rPr lang="en-US" dirty="0"/>
              <a:t>3, 4, 5, and 9 bins of equal width</a:t>
            </a:r>
          </a:p>
          <a:p>
            <a:pPr lvl="2"/>
            <a:r>
              <a:rPr lang="en-US" dirty="0"/>
              <a:t>3: 2 bins young (width of 30 years) + 1 bin old</a:t>
            </a:r>
          </a:p>
          <a:p>
            <a:pPr lvl="2"/>
            <a:r>
              <a:rPr lang="en-US" dirty="0"/>
              <a:t>4: 3 bins young (width of 20 years) + 1 bin old</a:t>
            </a:r>
          </a:p>
          <a:p>
            <a:pPr lvl="2"/>
            <a:r>
              <a:rPr lang="en-US" dirty="0"/>
              <a:t>5: 4 bins young (width of 15 years) + 1 bin old</a:t>
            </a:r>
          </a:p>
          <a:p>
            <a:pPr lvl="2"/>
            <a:r>
              <a:rPr lang="en-US" dirty="0"/>
              <a:t>9: 8 bins young (width of 7.5 years) + 1 bin old</a:t>
            </a:r>
          </a:p>
          <a:p>
            <a:pPr lvl="1"/>
            <a:r>
              <a:rPr lang="en-US" dirty="0"/>
              <a:t>Exponential: 1 parameter</a:t>
            </a:r>
          </a:p>
          <a:p>
            <a:pPr lvl="1"/>
            <a:r>
              <a:rPr lang="en-US" dirty="0"/>
              <a:t>Dispersion: 2 parameters</a:t>
            </a:r>
          </a:p>
          <a:p>
            <a:pPr lvl="1"/>
            <a:r>
              <a:rPr lang="en-US" dirty="0"/>
              <a:t>Exponential + old: 2 parameters</a:t>
            </a:r>
          </a:p>
          <a:p>
            <a:pPr lvl="1"/>
            <a:r>
              <a:rPr lang="en-US" dirty="0"/>
              <a:t>Dispersion + old: 3 parameters</a:t>
            </a:r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8CEB89-A992-D399-12EF-2827163E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952" y="2238209"/>
            <a:ext cx="3153215" cy="119079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C67C1E1-8C17-0577-C957-480C0E328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920" y="3299881"/>
            <a:ext cx="4084403" cy="348901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2568F2-709A-25AD-6CB6-4580560B2E60}"/>
              </a:ext>
            </a:extLst>
          </p:cNvPr>
          <p:cNvSpPr txBox="1"/>
          <p:nvPr/>
        </p:nvSpPr>
        <p:spPr>
          <a:xfrm>
            <a:off x="10129519" y="2715200"/>
            <a:ext cx="1835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Water </a:t>
            </a:r>
            <a:r>
              <a:rPr lang="fr-FR" dirty="0" err="1"/>
              <a:t>recharged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1950</a:t>
            </a:r>
            <a:endParaRPr lang="en-GB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11DE4AF-28CB-EA39-919E-3A6F28793D29}"/>
              </a:ext>
            </a:extLst>
          </p:cNvPr>
          <p:cNvSpPr txBox="1"/>
          <p:nvPr/>
        </p:nvSpPr>
        <p:spPr>
          <a:xfrm>
            <a:off x="10629167" y="2302616"/>
            <a:ext cx="1335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1950-2010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53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B5D52-59D9-188D-95F8-0DCDCD85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</a:t>
            </a:r>
            <a:r>
              <a:rPr lang="fr-FR" dirty="0" err="1"/>
              <a:t>tracers</a:t>
            </a:r>
            <a:r>
              <a:rPr lang="fr-FR" dirty="0"/>
              <a:t> data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240B68-7956-0E22-3C98-0F2CF083D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3 </a:t>
            </a:r>
            <a:r>
              <a:rPr lang="fr-FR" dirty="0" err="1"/>
              <a:t>tracers</a:t>
            </a:r>
            <a:r>
              <a:rPr lang="fr-FR" dirty="0"/>
              <a:t>: </a:t>
            </a:r>
            <a:r>
              <a:rPr lang="en-US" dirty="0"/>
              <a:t>85Kr, 3H/3He, and 39Ar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solidFill>
                  <a:schemeClr val="accent6"/>
                </a:solidFill>
              </a:rPr>
              <a:t>file sampling_data.txt</a:t>
            </a:r>
            <a:r>
              <a:rPr lang="en-US" dirty="0"/>
              <a:t>)</a:t>
            </a:r>
          </a:p>
          <a:p>
            <a:endParaRPr lang="en-GB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E6B0D09-3473-8155-01E3-60959BE5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2976987"/>
            <a:ext cx="12192000" cy="29840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744C54-BAD9-C299-7E9B-79E91FDAE3E1}"/>
              </a:ext>
            </a:extLst>
          </p:cNvPr>
          <p:cNvSpPr/>
          <p:nvPr/>
        </p:nvSpPr>
        <p:spPr>
          <a:xfrm>
            <a:off x="10160" y="3271520"/>
            <a:ext cx="2865120" cy="265176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F54D62-02E0-AC04-9502-189389A6C870}"/>
              </a:ext>
            </a:extLst>
          </p:cNvPr>
          <p:cNvSpPr/>
          <p:nvPr/>
        </p:nvSpPr>
        <p:spPr>
          <a:xfrm>
            <a:off x="2875280" y="3271519"/>
            <a:ext cx="6705600" cy="2651760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634889-2920-99CA-B65A-347A47B4ED6A}"/>
              </a:ext>
            </a:extLst>
          </p:cNvPr>
          <p:cNvSpPr/>
          <p:nvPr/>
        </p:nvSpPr>
        <p:spPr>
          <a:xfrm>
            <a:off x="9580880" y="3233755"/>
            <a:ext cx="2540000" cy="2651760"/>
          </a:xfrm>
          <a:prstGeom prst="rect">
            <a:avLst/>
          </a:prstGeom>
          <a:solidFill>
            <a:schemeClr val="accent3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4BE7E5-13E6-04E3-480D-73DB5848166C}"/>
              </a:ext>
            </a:extLst>
          </p:cNvPr>
          <p:cNvSpPr txBox="1"/>
          <p:nvPr/>
        </p:nvSpPr>
        <p:spPr>
          <a:xfrm>
            <a:off x="1689100" y="6148329"/>
            <a:ext cx="2730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  <a:t>1Bp = 60dpm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  <a:t>1Bq/m3 = 6x10</a:t>
            </a:r>
            <a:r>
              <a:rPr lang="fr-FR" b="1" baseline="30000" dirty="0">
                <a:solidFill>
                  <a:srgbClr val="FF0000"/>
                </a:solidFill>
                <a:sym typeface="Wingdings" panose="05000000000000000000" pitchFamily="2" charset="2"/>
              </a:rPr>
              <a:t>-5</a:t>
            </a:r>
            <a: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fr-FR" b="1" dirty="0" err="1">
                <a:solidFill>
                  <a:srgbClr val="FF0000"/>
                </a:solidFill>
                <a:sym typeface="Wingdings" panose="05000000000000000000" pitchFamily="2" charset="2"/>
              </a:rPr>
              <a:t>dpm</a:t>
            </a:r>
            <a: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  <a:t>/cc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21EE6B7-689F-F825-F6C7-115986C9B39E}"/>
              </a:ext>
            </a:extLst>
          </p:cNvPr>
          <p:cNvCxnSpPr>
            <a:stCxn id="5" idx="0"/>
          </p:cNvCxnSpPr>
          <p:nvPr/>
        </p:nvCxnSpPr>
        <p:spPr>
          <a:xfrm flipV="1">
            <a:off x="3054350" y="4271923"/>
            <a:ext cx="217170" cy="1876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8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C4C7-C2A2-E1AE-FE45-12E0A47A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C6611F-CF7C-5373-3662-2971A0A2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input sources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71FC06-0081-90D4-E4BF-84E7BDD8E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3H : reconstructed locally from 5 stations (weighted linear slope to Vienna)</a:t>
            </a:r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31AA19-07D3-068A-22D4-6CA2A91A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12" y="2631440"/>
            <a:ext cx="9144175" cy="415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1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8E84-FC5B-25A6-FEE8-756DFEDE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9B57D5-05C2-3B15-04B7-C37696A2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input sources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2E9993-B09E-B59C-028B-9E43A18C4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Radiogenic</a:t>
            </a:r>
            <a:r>
              <a:rPr lang="fr-FR" dirty="0"/>
              <a:t> 3He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insignificant</a:t>
            </a:r>
            <a:r>
              <a:rPr lang="fr-FR" dirty="0"/>
              <a:t> (</a:t>
            </a:r>
            <a:r>
              <a:rPr lang="fr-FR" dirty="0" err="1"/>
              <a:t>determined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4He </a:t>
            </a:r>
            <a:r>
              <a:rPr lang="fr-FR" dirty="0" err="1"/>
              <a:t>radiogenic</a:t>
            </a:r>
            <a:r>
              <a:rPr lang="fr-FR" dirty="0"/>
              <a:t>)</a:t>
            </a:r>
          </a:p>
          <a:p>
            <a:pPr lvl="1"/>
            <a:r>
              <a:rPr lang="en-GB" dirty="0"/>
              <a:t>³He is mainly </a:t>
            </a:r>
            <a:r>
              <a:rPr lang="en-GB" dirty="0" err="1"/>
              <a:t>tritiogenic</a:t>
            </a:r>
            <a:endParaRPr lang="en-GB" dirty="0"/>
          </a:p>
          <a:p>
            <a:pPr marL="457200" lvl="1" indent="0" algn="ctr">
              <a:buNone/>
            </a:pPr>
            <a:r>
              <a:rPr lang="en-GB" dirty="0"/>
              <a:t>Initial 3H =3H measured​+3He </a:t>
            </a:r>
            <a:r>
              <a:rPr lang="en-GB" dirty="0" err="1"/>
              <a:t>tritiogenic</a:t>
            </a:r>
            <a:r>
              <a:rPr lang="en-GB" dirty="0"/>
              <a:t>​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r>
              <a:rPr lang="en-GB" dirty="0"/>
              <a:t>For very old water (in monitoring wells) 3H measured is close to 0, they estimate premodern 3H = 3 TU</a:t>
            </a:r>
          </a:p>
        </p:txBody>
      </p:sp>
    </p:spTree>
    <p:extLst>
      <p:ext uri="{BB962C8B-B14F-4D97-AF65-F5344CB8AC3E}">
        <p14:creationId xmlns:p14="http://schemas.microsoft.com/office/powerpoint/2010/main" val="23945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48878E5-FFE9-0F3E-517D-A6A5534FB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098" y="1944688"/>
            <a:ext cx="7161793" cy="373929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056E612-5DC9-FE19-9E2A-2F2FBA42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input sources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A39B4-4840-966C-5837-3D23E026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Reconstructed</a:t>
            </a:r>
            <a:r>
              <a:rPr lang="fr-FR" dirty="0"/>
              <a:t> 3H</a:t>
            </a:r>
          </a:p>
          <a:p>
            <a:pPr lvl="1"/>
            <a:r>
              <a:rPr lang="fr-FR" dirty="0"/>
              <a:t>Prior to </a:t>
            </a:r>
            <a:r>
              <a:rPr lang="en-GB" dirty="0"/>
              <a:t>1953: 3TU</a:t>
            </a:r>
          </a:p>
          <a:p>
            <a:pPr lvl="1"/>
            <a:r>
              <a:rPr lang="en-GB" dirty="0"/>
              <a:t>&gt; 1953: </a:t>
            </a:r>
            <a:br>
              <a:rPr lang="en-GB" dirty="0"/>
            </a:br>
            <a:r>
              <a:rPr lang="fr-FR" dirty="0"/>
              <a:t>(</a:t>
            </a:r>
            <a:r>
              <a:rPr lang="fr-FR" dirty="0">
                <a:solidFill>
                  <a:schemeClr val="accent6"/>
                </a:solidFill>
              </a:rPr>
              <a:t>file local_tritium.txt</a:t>
            </a:r>
            <a:r>
              <a:rPr lang="fr-FR" dirty="0"/>
              <a:t>)</a:t>
            </a:r>
            <a:endParaRPr lang="en-GB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FB510A5-FD37-542E-6E1B-F6B11867146B}"/>
              </a:ext>
            </a:extLst>
          </p:cNvPr>
          <p:cNvCxnSpPr>
            <a:cxnSpLocks/>
          </p:cNvCxnSpPr>
          <p:nvPr/>
        </p:nvCxnSpPr>
        <p:spPr>
          <a:xfrm>
            <a:off x="2794000" y="2844800"/>
            <a:ext cx="201168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8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BFCA60-0DC7-C930-F91B-27B99282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input sources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CFA44B-60E3-4A7A-2F7C-C5E488602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Atmospheric</a:t>
            </a:r>
            <a:r>
              <a:rPr lang="fr-FR" dirty="0"/>
              <a:t> krypton </a:t>
            </a:r>
            <a:r>
              <a:rPr lang="fr-FR" dirty="0" err="1"/>
              <a:t>from</a:t>
            </a:r>
            <a:r>
              <a:rPr lang="fr-FR" dirty="0"/>
              <a:t> IAR data (or </a:t>
            </a:r>
            <a:r>
              <a:rPr lang="fr-FR" dirty="0" err="1"/>
              <a:t>Kersting</a:t>
            </a:r>
            <a:r>
              <a:rPr lang="fr-FR" dirty="0"/>
              <a:t> et al, 2020, or </a:t>
            </a:r>
            <a:r>
              <a:rPr lang="fr-FR" dirty="0">
                <a:hlinkClick r:id="rId2"/>
              </a:rPr>
              <a:t>https://data.mendeley.com/datasets/p32bmw6rgs/1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/>
                </a:solidFill>
              </a:rPr>
              <a:t>(file freiburg_krypton.txt)</a:t>
            </a:r>
          </a:p>
          <a:p>
            <a:pPr marL="0" indent="0">
              <a:buNone/>
            </a:pPr>
            <a:endParaRPr lang="fr-FR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Caution: </a:t>
            </a:r>
            <a:br>
              <a:rPr lang="fr-FR" b="1" dirty="0">
                <a:solidFill>
                  <a:srgbClr val="FF0000"/>
                </a:solidFill>
              </a:rPr>
            </a:br>
            <a:r>
              <a:rPr lang="fr-FR" b="1" dirty="0" err="1">
                <a:solidFill>
                  <a:srgbClr val="FF0000"/>
                </a:solidFill>
              </a:rPr>
              <a:t>units</a:t>
            </a:r>
            <a:r>
              <a:rPr lang="fr-FR" b="1" dirty="0">
                <a:solidFill>
                  <a:srgbClr val="FF0000"/>
                </a:solidFill>
              </a:rPr>
              <a:t> are Bq/</a:t>
            </a:r>
            <a:r>
              <a:rPr lang="fr-FR" b="1" dirty="0" err="1">
                <a:solidFill>
                  <a:srgbClr val="FF0000"/>
                </a:solidFill>
              </a:rPr>
              <a:t>cbm</a:t>
            </a:r>
            <a:r>
              <a:rPr lang="fr-FR" b="1" dirty="0">
                <a:solidFill>
                  <a:srgbClr val="FF0000"/>
                </a:solidFill>
              </a:rPr>
              <a:t> air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(not </a:t>
            </a:r>
            <a:r>
              <a:rPr lang="fr-FR" b="1" dirty="0" err="1">
                <a:solidFill>
                  <a:srgbClr val="FF0000"/>
                </a:solidFill>
              </a:rPr>
              <a:t>pptv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  <a:t> correct </a:t>
            </a:r>
            <a:r>
              <a:rPr lang="fr-FR" b="1" dirty="0" err="1">
                <a:solidFill>
                  <a:srgbClr val="FF0000"/>
                </a:solidFill>
                <a:sym typeface="Wingdings" panose="05000000000000000000" pitchFamily="2" charset="2"/>
              </a:rPr>
              <a:t>pyage</a:t>
            </a:r>
            <a: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b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fr-FR" b="1" dirty="0">
                <a:solidFill>
                  <a:srgbClr val="FF0000"/>
                </a:solidFill>
                <a:sym typeface="Wingdings" panose="05000000000000000000" pitchFamily="2" charset="2"/>
              </a:rPr>
              <a:t>kr85.yaml 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33AA24-8A38-C7BE-FCA4-062EBD62E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480" y="2671531"/>
            <a:ext cx="6197600" cy="382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04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5A35CB-AA6F-CDC1-5586-0588FD03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: input sources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3A7E206-81E2-9984-93CD-7EC7D0463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Relative </a:t>
                </a:r>
                <a:r>
                  <a:rPr lang="fr-FR" dirty="0" err="1"/>
                  <a:t>activity</a:t>
                </a:r>
                <a:endParaRPr lang="fr-FR" dirty="0"/>
              </a:p>
              <a:p>
                <a:pPr marL="0" indent="0">
                  <a:buNone/>
                </a:pPr>
                <a:r>
                  <a:rPr lang="fr-FR" dirty="0">
                    <a:solidFill>
                      <a:schemeClr val="accent6"/>
                    </a:solidFill>
                  </a:rPr>
                  <a:t>(no file)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𝜆𝜏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⁡(2)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=269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𝑦𝑒𝑎𝑟𝑠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3A7E206-81E2-9984-93CD-7EC7D0463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20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645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F8A8C9-F486-B1F1-EFBF-C599FFD9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Calibration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2114E7-5299-55D7-31CE-CA4DF3B80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Minimize</a:t>
            </a:r>
            <a:endParaRPr lang="fr-FR" dirty="0"/>
          </a:p>
          <a:p>
            <a:pPr lvl="1"/>
            <a:r>
              <a:rPr lang="fr-FR" dirty="0"/>
              <a:t>m: </a:t>
            </a:r>
            <a:r>
              <a:rPr lang="fr-FR" dirty="0" err="1"/>
              <a:t>observed</a:t>
            </a:r>
            <a:endParaRPr lang="fr-FR" dirty="0"/>
          </a:p>
          <a:p>
            <a:pPr lvl="1"/>
            <a:r>
              <a:rPr lang="fr-FR" dirty="0"/>
              <a:t>m : </a:t>
            </a:r>
            <a:r>
              <a:rPr lang="fr-FR" dirty="0" err="1"/>
              <a:t>modelled</a:t>
            </a:r>
            <a:endParaRPr lang="fr-FR" dirty="0"/>
          </a:p>
          <a:p>
            <a:pPr lvl="1"/>
            <a:r>
              <a:rPr lang="fr-FR" dirty="0"/>
              <a:t>sigma i: </a:t>
            </a:r>
            <a:r>
              <a:rPr lang="fr-FR" dirty="0" err="1"/>
              <a:t>uncertainty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r>
              <a:rPr lang="fr-FR" dirty="0" err="1"/>
              <a:t>Evaluate</a:t>
            </a:r>
            <a:r>
              <a:rPr lang="fr-FR" dirty="0"/>
              <a:t> the p-chi² for </a:t>
            </a:r>
            <a:r>
              <a:rPr lang="fr-FR" dirty="0" err="1"/>
              <a:t>each</a:t>
            </a:r>
            <a:r>
              <a:rPr lang="fr-FR" dirty="0"/>
              <a:t> model</a:t>
            </a:r>
          </a:p>
          <a:p>
            <a:pPr lvl="1"/>
            <a:r>
              <a:rPr lang="fr-FR" dirty="0"/>
              <a:t>Accepted </a:t>
            </a:r>
            <a:r>
              <a:rPr lang="fr-FR" dirty="0" err="1"/>
              <a:t>models</a:t>
            </a:r>
            <a:r>
              <a:rPr lang="fr-FR" dirty="0"/>
              <a:t>: p-chi² &gt; 1%</a:t>
            </a:r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698AAA-9A9F-E740-B67B-F4A42D94C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779" y="1680528"/>
            <a:ext cx="2152950" cy="75258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A1DA3FD-1448-EFDC-D0B4-83A75226C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22" y="2568045"/>
            <a:ext cx="4575878" cy="133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4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7DF382-C4A4-59C4-9B33-E5629965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Calibrated</a:t>
            </a:r>
            <a:r>
              <a:rPr lang="fr-FR" dirty="0"/>
              <a:t> cumulative RTD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6E622-AA70-F32C-4C18-61DDC7B1D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4760" cy="4351338"/>
          </a:xfrm>
        </p:spPr>
        <p:txBody>
          <a:bodyPr/>
          <a:lstStyle/>
          <a:p>
            <a:r>
              <a:rPr lang="fr-FR" dirty="0"/>
              <a:t>Shape-free</a:t>
            </a:r>
          </a:p>
          <a:p>
            <a:endParaRPr lang="fr-FR" dirty="0"/>
          </a:p>
          <a:p>
            <a:r>
              <a:rPr lang="fr-FR" dirty="0" err="1"/>
              <a:t>Histogram</a:t>
            </a:r>
            <a:r>
              <a:rPr lang="fr-FR" dirty="0"/>
              <a:t> values </a:t>
            </a:r>
            <a:r>
              <a:rPr lang="fr-FR" dirty="0" err="1"/>
              <a:t>picked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starrydigitzer</a:t>
            </a:r>
            <a:r>
              <a:rPr lang="fr-FR" dirty="0"/>
              <a:t> (</a:t>
            </a:r>
            <a:r>
              <a:rPr lang="fr-FR" dirty="0">
                <a:hlinkClick r:id="rId2"/>
              </a:rPr>
              <a:t>https://digitizer.starrydata.org/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(</a:t>
            </a:r>
            <a:r>
              <a:rPr lang="fr-FR" dirty="0">
                <a:solidFill>
                  <a:schemeClr val="accent6"/>
                </a:solidFill>
              </a:rPr>
              <a:t>file </a:t>
            </a:r>
            <a:r>
              <a:rPr lang="fr-FR" dirty="0" err="1">
                <a:solidFill>
                  <a:schemeClr val="accent6"/>
                </a:solidFill>
              </a:rPr>
              <a:t>visser_data.xslx</a:t>
            </a:r>
            <a:r>
              <a:rPr lang="fr-FR" dirty="0"/>
              <a:t>) </a:t>
            </a:r>
            <a:endParaRPr lang="en-GB" dirty="0"/>
          </a:p>
          <a:p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C3750D-CF57-FAAB-63B0-5BFE1C6A3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173" y="1486769"/>
            <a:ext cx="6950627" cy="50061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DB1925A-CA59-6524-1721-295B3C1FC5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995" t="70135" r="3441" b="10115"/>
          <a:stretch>
            <a:fillRect/>
          </a:stretch>
        </p:blipFill>
        <p:spPr>
          <a:xfrm>
            <a:off x="4059914" y="5011632"/>
            <a:ext cx="1154922" cy="156626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84DDD1F2-D7BA-0EDC-EFFC-3F7F59C4737A}"/>
              </a:ext>
            </a:extLst>
          </p:cNvPr>
          <p:cNvCxnSpPr>
            <a:cxnSpLocks/>
          </p:cNvCxnSpPr>
          <p:nvPr/>
        </p:nvCxnSpPr>
        <p:spPr>
          <a:xfrm>
            <a:off x="3997960" y="1991302"/>
            <a:ext cx="1905000" cy="467418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C596900-DDCD-02E9-B86C-D02069983517}"/>
              </a:ext>
            </a:extLst>
          </p:cNvPr>
          <p:cNvCxnSpPr>
            <a:cxnSpLocks/>
          </p:cNvCxnSpPr>
          <p:nvPr/>
        </p:nvCxnSpPr>
        <p:spPr>
          <a:xfrm>
            <a:off x="4059913" y="2624397"/>
            <a:ext cx="1843047" cy="8046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856746B4-630E-0D33-8862-74F081929DBE}"/>
              </a:ext>
            </a:extLst>
          </p:cNvPr>
          <p:cNvSpPr txBox="1"/>
          <p:nvPr/>
        </p:nvSpPr>
        <p:spPr>
          <a:xfrm>
            <a:off x="3230607" y="1596142"/>
            <a:ext cx="106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Rejected</a:t>
            </a:r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6236D4-3D4C-1660-99A6-5F77178AB588}"/>
              </a:ext>
            </a:extLst>
          </p:cNvPr>
          <p:cNvSpPr txBox="1"/>
          <p:nvPr/>
        </p:nvSpPr>
        <p:spPr>
          <a:xfrm>
            <a:off x="2956215" y="2299882"/>
            <a:ext cx="114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Accepted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343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1D6B-4D30-26E8-81C7-7D361E26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661953-A6C4-E33B-A434-2FA2A90A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Calibrated</a:t>
            </a:r>
            <a:r>
              <a:rPr lang="fr-FR" dirty="0"/>
              <a:t> cumulative RTD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DCA0F1-5224-F2E8-DB4D-B9A1FF2C0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8047" cy="4351338"/>
          </a:xfrm>
        </p:spPr>
        <p:txBody>
          <a:bodyPr/>
          <a:lstStyle/>
          <a:p>
            <a:r>
              <a:rPr lang="fr-FR" dirty="0" err="1"/>
              <a:t>Analytical</a:t>
            </a:r>
            <a:r>
              <a:rPr lang="fr-FR" dirty="0"/>
              <a:t> RTD: </a:t>
            </a:r>
            <a:r>
              <a:rPr lang="fr-FR" dirty="0" err="1"/>
              <a:t>shape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CE994D-F8B9-8291-07CF-76E0FB8D7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247" y="1397072"/>
            <a:ext cx="7180148" cy="520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86E6B-F33A-3926-02EA-FA5B8844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Calibrated</a:t>
            </a:r>
            <a:r>
              <a:rPr lang="fr-FR" dirty="0"/>
              <a:t> cumulative RTD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995191-7CDE-F586-45D1-99DDF3FF3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Analytical</a:t>
            </a:r>
            <a:r>
              <a:rPr lang="fr-FR" dirty="0"/>
              <a:t> RTD: </a:t>
            </a:r>
            <a:r>
              <a:rPr lang="fr-FR" dirty="0" err="1"/>
              <a:t>parameters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>
                <a:solidFill>
                  <a:schemeClr val="accent6"/>
                </a:solidFill>
              </a:rPr>
              <a:t>file calibration_results.txt and </a:t>
            </a:r>
            <a:r>
              <a:rPr lang="fr-FR" dirty="0" err="1">
                <a:solidFill>
                  <a:schemeClr val="accent6"/>
                </a:solidFill>
              </a:rPr>
              <a:t>visser_data.xslx</a:t>
            </a:r>
            <a:r>
              <a:rPr lang="fr-FR" dirty="0"/>
              <a:t>)</a:t>
            </a:r>
            <a:endParaRPr lang="en-GB" dirty="0"/>
          </a:p>
          <a:p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9E10A0-CDA7-9B00-422A-39FA81B23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1803"/>
            <a:ext cx="11277600" cy="293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02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FC14A-23AD-AEBE-A885-6C3F1ABC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Modifications to carry out in </a:t>
            </a:r>
            <a:r>
              <a:rPr lang="fr-FR" dirty="0" err="1"/>
              <a:t>pyage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0A9666-E585-6DCB-579C-A8044AA4B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Change </a:t>
            </a:r>
            <a:r>
              <a:rPr lang="fr-FR" dirty="0" err="1"/>
              <a:t>atmospheric</a:t>
            </a:r>
            <a:r>
              <a:rPr lang="fr-FR" dirty="0"/>
              <a:t> krypton </a:t>
            </a:r>
            <a:r>
              <a:rPr lang="fr-FR" dirty="0" err="1"/>
              <a:t>units</a:t>
            </a:r>
            <a:r>
              <a:rPr lang="fr-FR" dirty="0"/>
              <a:t> to Bq per m3 air</a:t>
            </a:r>
          </a:p>
          <a:p>
            <a:r>
              <a:rPr lang="fr-FR" dirty="0"/>
              <a:t>Krypton data in sampling </a:t>
            </a:r>
            <a:r>
              <a:rPr lang="fr-FR" dirty="0" err="1"/>
              <a:t>wells</a:t>
            </a:r>
            <a:r>
              <a:rPr lang="fr-FR" dirty="0"/>
              <a:t> are in </a:t>
            </a:r>
            <a:r>
              <a:rPr lang="fr-FR" dirty="0" err="1"/>
              <a:t>dpm</a:t>
            </a:r>
            <a:r>
              <a:rPr lang="fr-FR" dirty="0"/>
              <a:t>/cc</a:t>
            </a:r>
          </a:p>
          <a:p>
            <a:pPr marL="0" indent="0">
              <a:buNone/>
            </a:pPr>
            <a:r>
              <a:rPr lang="fr-FR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1Bp = 60dpm</a:t>
            </a:r>
          </a:p>
          <a:p>
            <a:pPr marL="0" indent="0">
              <a:buNone/>
            </a:pPr>
            <a:r>
              <a:rPr lang="fr-FR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1Bq/m3 = 6x10</a:t>
            </a:r>
            <a:r>
              <a:rPr lang="fr-FR" sz="2200" b="1" baseline="30000" dirty="0">
                <a:solidFill>
                  <a:srgbClr val="FF0000"/>
                </a:solidFill>
                <a:sym typeface="Wingdings" panose="05000000000000000000" pitchFamily="2" charset="2"/>
              </a:rPr>
              <a:t>-5</a:t>
            </a:r>
            <a:r>
              <a:rPr lang="fr-FR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fr-FR" sz="22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dpm</a:t>
            </a:r>
            <a:r>
              <a:rPr lang="fr-FR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/cc</a:t>
            </a:r>
            <a:endParaRPr lang="fr-FR" sz="2200" dirty="0"/>
          </a:p>
          <a:p>
            <a:r>
              <a:rPr lang="fr-FR" dirty="0" err="1"/>
              <a:t>Implement</a:t>
            </a:r>
            <a:r>
              <a:rPr lang="fr-FR" dirty="0"/>
              <a:t> </a:t>
            </a:r>
            <a:r>
              <a:rPr lang="fr-FR" dirty="0" err="1"/>
              <a:t>additional</a:t>
            </a:r>
            <a:r>
              <a:rPr lang="fr-FR" dirty="0"/>
              <a:t> </a:t>
            </a:r>
            <a:r>
              <a:rPr lang="fr-FR" dirty="0" err="1"/>
              <a:t>RTDs</a:t>
            </a:r>
            <a:endParaRPr lang="fr-FR" dirty="0"/>
          </a:p>
          <a:p>
            <a:pPr lvl="1"/>
            <a:r>
              <a:rPr lang="en-US" dirty="0">
                <a:solidFill>
                  <a:schemeClr val="accent6"/>
                </a:solidFill>
              </a:rPr>
              <a:t>Shape-free missing</a:t>
            </a:r>
          </a:p>
          <a:p>
            <a:pPr lvl="1"/>
            <a:r>
              <a:rPr lang="en-US" strike="sngStrike" dirty="0">
                <a:solidFill>
                  <a:srgbClr val="FF0000"/>
                </a:solidFill>
              </a:rPr>
              <a:t>Exponential: exp in </a:t>
            </a:r>
            <a:r>
              <a:rPr lang="en-US" strike="sngStrike" dirty="0" err="1">
                <a:solidFill>
                  <a:srgbClr val="FF0000"/>
                </a:solidFill>
              </a:rPr>
              <a:t>pyage</a:t>
            </a:r>
            <a:endParaRPr lang="en-US" strike="sngStrike" dirty="0">
              <a:solidFill>
                <a:srgbClr val="FF0000"/>
              </a:solidFill>
            </a:endParaRPr>
          </a:p>
          <a:p>
            <a:pPr lvl="1"/>
            <a:r>
              <a:rPr lang="en-US" strike="sngStrike" dirty="0">
                <a:solidFill>
                  <a:srgbClr val="FF0000"/>
                </a:solidFill>
              </a:rPr>
              <a:t>Dispersion: </a:t>
            </a:r>
            <a:r>
              <a:rPr lang="en-US" strike="sngStrike" dirty="0" err="1">
                <a:solidFill>
                  <a:srgbClr val="FF0000"/>
                </a:solidFill>
              </a:rPr>
              <a:t>ig</a:t>
            </a:r>
            <a:r>
              <a:rPr lang="en-US" strike="sngStrike" dirty="0">
                <a:solidFill>
                  <a:srgbClr val="FF0000"/>
                </a:solidFill>
              </a:rPr>
              <a:t> in </a:t>
            </a:r>
            <a:r>
              <a:rPr lang="en-US" strike="sngStrike" dirty="0" err="1">
                <a:solidFill>
                  <a:srgbClr val="FF0000"/>
                </a:solidFill>
              </a:rPr>
              <a:t>pyage</a:t>
            </a:r>
            <a:endParaRPr lang="en-US" strike="sngStrike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92D050"/>
                </a:solidFill>
              </a:rPr>
              <a:t>Exponential + old: missing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Dispersion + old: missing</a:t>
            </a:r>
          </a:p>
          <a:p>
            <a:pPr lvl="1"/>
            <a:endParaRPr lang="en-US" dirty="0">
              <a:solidFill>
                <a:schemeClr val="accent6"/>
              </a:solidFill>
            </a:endParaRPr>
          </a:p>
          <a:p>
            <a:pPr lvl="1"/>
            <a:r>
              <a:rPr lang="en-US" dirty="0">
                <a:solidFill>
                  <a:schemeClr val="accent6"/>
                </a:solidFill>
              </a:rPr>
              <a:t>Caution: “old” is the fraction of premodern GW</a:t>
            </a:r>
            <a:endParaRPr lang="en-GB" dirty="0">
              <a:solidFill>
                <a:schemeClr val="accent6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6E13E7C-55DA-B866-3F49-ACA4EB90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897"/>
          <a:stretch>
            <a:fillRect/>
          </a:stretch>
        </p:blipFill>
        <p:spPr>
          <a:xfrm>
            <a:off x="7574197" y="3142161"/>
            <a:ext cx="4084403" cy="220165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3B87AC5-1C47-31E6-59C6-52E76754D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627" y="5905094"/>
            <a:ext cx="5620534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599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497</Words>
  <Application>Microsoft Office PowerPoint</Application>
  <PresentationFormat>Grand écran</PresentationFormat>
  <Paragraphs>81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Wingdings</vt:lpstr>
      <vt:lpstr>Thème Office</vt:lpstr>
      <vt:lpstr>Dataset from Visser et al (2013)</vt:lpstr>
      <vt:lpstr>Dataset: sampling locations and dates</vt:lpstr>
      <vt:lpstr>Dataset: shape of the calibrated RTDs</vt:lpstr>
      <vt:lpstr>Dataset: tracers data</vt:lpstr>
      <vt:lpstr>Dataset: input sources</vt:lpstr>
      <vt:lpstr>Dataset: input sources</vt:lpstr>
      <vt:lpstr>Dataset: input sources</vt:lpstr>
      <vt:lpstr>Dataset: input sources</vt:lpstr>
      <vt:lpstr>Dataset: input sources</vt:lpstr>
      <vt:lpstr>Calibration</vt:lpstr>
      <vt:lpstr>Calibrated cumulative RTD</vt:lpstr>
      <vt:lpstr>Calibrated cumulative RTD</vt:lpstr>
      <vt:lpstr>Calibrated cumulative RTD</vt:lpstr>
      <vt:lpstr>Modifications to carry out in pyage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Tiphaine Lucile Leray</dc:creator>
  <cp:lastModifiedBy>Sarah Tiphaine Lucile Leray</cp:lastModifiedBy>
  <cp:revision>1</cp:revision>
  <dcterms:created xsi:type="dcterms:W3CDTF">2026-03-22T15:43:35Z</dcterms:created>
  <dcterms:modified xsi:type="dcterms:W3CDTF">2026-03-24T12:50:30Z</dcterms:modified>
</cp:coreProperties>
</file>